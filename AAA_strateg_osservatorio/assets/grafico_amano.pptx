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2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598"/>
  </p:normalViewPr>
  <p:slideViewPr>
    <p:cSldViewPr snapToGrid="0">
      <p:cViewPr varScale="1">
        <p:scale>
          <a:sx n="95" d="100"/>
          <a:sy n="95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0:15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24575,'9'0'0,"-4"0"0,-2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2:38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24575,'8'0'0,"1"4"0,3 4 0,-6 2 0,11 13 0,-15-8 0,12 9 0,-13 0 0,2 1 0,1 1 0,-3 5 0,3-12 0,1 11 0,-4-11 0,4 5 0,-2-7 0,-2 0 0,3-3 0,-4 2 0,4-11 0,-3 11 0,6-11 0,-6 8 0,3-5 0,-4 0 0,0 1 0,0 7 0,0-6 0,0 17 0,0-16 0,0 12 0,0-10 0,0 1 0,0 2 0,0-7 0,0 4 0,0-5 0,0 0 0,0 1 0,0-4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2:38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24575,'9'4'0,"-5"5"0,4 0 0,-7 3 0,7 8 0,-6-9 0,2 31 0,-4-24 0,0 19 0,0-20 0,0 7 0,0 1 0,0 1 0,0-2 0,0 12 0,0-17 0,0 16 0,0-22 0,0 4 0,0 0 0,4-3 0,-3-2 0,3-4 0,-4 1 0,0-1 0,4 8 0,-4 2 0,4 4 0,0-5 0,-3-5 0,3-3 0,-4-1 0,0-7 0,0 2 0,0-7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2:38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24575,'9'0'0,"-4"0"0,-2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2:38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24575,'8'8'0,"1"1"0,-1 3 0,2 8 0,-5-1 0,-1 5 0,-4 0 0,0 1 0,0 8 0,0 12 0,-6 3 0,4 13 0,-9-20 0,10 2 0,-7-17 0,6-4 0,-2 1 0,4-14 0,-4 4 0,3-5 0,1-3 0,1 2 0,2-6 0,-3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2:38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24575,'9'0'0,"-4"0"0,-2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2:38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24575,'5'7'0,"2"3"0,-6 3 0,3 3 0,-4-3 0,-4 0 0,3 0 0,-3-5 0,4 1 0,4-1 0,1-3 0,-1-13 0,4-2 0,-7-11 0,3 3 0,-1 1 0,-2 4 0,3 0 0,-4 12 0,0 6 0,0 15 0,0-1 0,0 12 0,-4-16 0,3 8 0,-3-14 0,1 0 0,-2-9 0,0-5 0,1-4 0,4 1 0,0 3 0,0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2:38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10 24575,'-5'4'0,"-3"1"0,7 7 0,-3-2 0,4 2 0,-3-7 0,2-5 0,-3-5 0,4-4 0,0 1 0,0-5 0,0 0 0,0 7 0,0 3 0,0 15 0,0-2 0,0 6 0,0-7 0,-4 0 0,-1-13 0,-3-2 0,3-6 0,5 7 0,4 5 0,1 5 0,-1 3 0,-4 0 0,0-3 0,0-1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2:38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17164,'4'12'0,"4"-3"3291,-7 4-3291,3-1 1272,-4-3-1272,0 4 672,0-1-672,0-3 2176,3 0-2176,-2-2 0,3-10 0,-4 2 0,0-11 0,0-1 0,0-1 0,0 2 0,0 3 0,0 1 0,0 7 0,0 9 0,0 2 0,0 6 0,0-3 0,0-4 0,0 3 0,0-15 0,0 1 0,0-10 0,0 3 0,0 1 0,0 7 0,0 5 0,0 6 0,4-2 0,-3 0 0,2-11 0,-6 2 0,2-8 0,-3-3 0,4 2 0,-4 2 0,7 4 0,-6 8 0,7-3 0,-4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3:36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24575,'8'0'0,"1"4"0,3 4 0,-6 2 0,11 13 0,-15-8 0,12 9 0,-13 0 0,2 1 0,1 1 0,-3 5 0,3-12 0,1 11 0,-4-11 0,4 5 0,-2-7 0,-2 0 0,3-3 0,-4 2 0,4-11 0,-3 11 0,6-11 0,-6 8 0,3-5 0,-4 0 0,0 1 0,0 7 0,0-6 0,0 17 0,0-16 0,0 12 0,0-10 0,0 1 0,0 2 0,0-7 0,0 4 0,0-5 0,0 0 0,0 1 0,0-4 0,0-2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3:36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24575,'9'4'0,"-5"5"0,4 0 0,-7 3 0,7 8 0,-6-9 0,2 31 0,-4-24 0,0 19 0,0-20 0,0 7 0,0 1 0,0 1 0,0-2 0,0 12 0,0-17 0,0 16 0,0-22 0,0 4 0,0 0 0,4-3 0,-3-2 0,3-4 0,-4 1 0,0-1 0,4 8 0,-4 2 0,4 4 0,0-5 0,-3-5 0,3-3 0,-4-1 0,0-7 0,0 2 0,0-7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3:36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24575,'9'0'0,"-4"0"0,-2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3:36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24575,'8'8'0,"1"1"0,-1 3 0,2 8 0,-5-1 0,-1 5 0,-4 0 0,0 1 0,0 8 0,0 12 0,-6 3 0,4 13 0,-9-20 0,10 2 0,-7-17 0,6-4 0,-2 1 0,4-14 0,-4 4 0,3-5 0,1-3 0,1 2 0,2-6 0,-3 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3:36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24575,'9'0'0,"-4"0"0,-2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3:36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24575,'5'7'0,"2"3"0,-6 3 0,3 3 0,-4-3 0,-4 0 0,3 0 0,-3-5 0,4 1 0,4-1 0,1-3 0,-1-13 0,4-2 0,-7-11 0,3 3 0,-1 1 0,-2 4 0,3 0 0,-4 12 0,0 6 0,0 15 0,0-1 0,0 12 0,-4-16 0,3 8 0,-3-14 0,1 0 0,-2-9 0,0-5 0,1-4 0,4 1 0,0 3 0,0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3:36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10 24575,'-5'4'0,"-3"1"0,7 7 0,-3-2 0,4 2 0,-3-7 0,2-5 0,-3-5 0,4-4 0,0 1 0,0-5 0,0 0 0,0 7 0,0 3 0,0 15 0,0-2 0,0 6 0,0-7 0,-4 0 0,-1-13 0,-3-2 0,3-6 0,5 7 0,4 5 0,1 5 0,-1 3 0,-4 0 0,0-3 0,0-1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3:36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17164,'4'12'0,"4"-3"3291,-7 4-3291,3-1 1272,-4-3-1272,0 4 672,0-1-672,0-3 2176,3 0-2176,-2-2 0,3-10 0,-4 2 0,0-11 0,0-1 0,0-1 0,0 2 0,0 3 0,0 1 0,0 7 0,0 9 0,0 2 0,0 6 0,0-3 0,0-4 0,0 3 0,0-15 0,0 1 0,0-10 0,0 3 0,0 1 0,0 7 0,0 5 0,0 6 0,4-2 0,-3 0 0,2-11 0,-6 2 0,2-8 0,-3-3 0,4 2 0,-4 2 0,7 4 0,-6 8 0,7-3 0,-4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3:59:46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24575,'8'0'0,"1"4"0,3 4 0,-6 2 0,11 13 0,-15-8 0,12 9 0,-13 0 0,2 1 0,1 1 0,-3 5 0,3-12 0,1 11 0,-4-11 0,4 5 0,-2-7 0,-2 0 0,3-3 0,-4 2 0,4-11 0,-3 11 0,6-11 0,-6 8 0,3-5 0,-4 0 0,0 1 0,0 7 0,0-6 0,0 17 0,0-16 0,0 12 0,0-10 0,0 1 0,0 2 0,0-7 0,0 4 0,0-5 0,0 0 0,0 1 0,0-4 0,0-2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3:59:48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24575,'9'4'0,"-5"5"0,4 0 0,-7 3 0,7 8 0,-6-9 0,2 31 0,-4-24 0,0 19 0,0-20 0,0 7 0,0 1 0,0 1 0,0-2 0,0 12 0,0-17 0,0 16 0,0-22 0,0 4 0,0 0 0,4-3 0,-3-2 0,3-4 0,-4 1 0,0-1 0,4 8 0,-4 2 0,4 4 0,0-5 0,-3-5 0,3-3 0,-4-1 0,0-7 0,0 2 0,0-7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3:59:53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24575,'9'0'0,"-4"0"0,-2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3:59:54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24575,'8'8'0,"1"1"0,-1 3 0,2 8 0,-5-1 0,-1 5 0,-4 0 0,0 1 0,0 8 0,0 12 0,-6 3 0,4 13 0,-9-20 0,10 2 0,-7-17 0,6-4 0,-2 1 0,4-14 0,-4 4 0,3-5 0,1-3 0,1 2 0,2-6 0,-3 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0:42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24575,'5'7'0,"2"3"0,-6 3 0,3 3 0,-4-3 0,-4 0 0,3 0 0,-3-5 0,4 1 0,4-1 0,1-3 0,-1-13 0,4-2 0,-7-11 0,3 3 0,-1 1 0,-2 4 0,3 0 0,-4 12 0,0 6 0,0 15 0,0-1 0,0 12 0,-4-16 0,3 8 0,-3-14 0,1 0 0,-2-9 0,0-5 0,1-4 0,4 1 0,0 3 0,0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0:43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10 24575,'-5'4'0,"-3"1"0,7 7 0,-3-2 0,4 2 0,-3-7 0,2-5 0,-3-5 0,4-4 0,0 1 0,0-5 0,0 0 0,0 7 0,0 3 0,0 15 0,0-2 0,0 6 0,0-7 0,-4 0 0,-1-13 0,-3-2 0,3-6 0,5 7 0,4 5 0,1 5 0,-1 3 0,-4 0 0,0-3 0,0-1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4:00:45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17164,'4'12'0,"4"-3"3291,-7 4-3291,3-1 1272,-4-3-1272,0 4 672,0-1-672,0-3 2176,3 0-2176,-2-2 0,3-10 0,-4 2 0,0-11 0,0-1 0,0-1 0,0 2 0,0 3 0,0 1 0,0 7 0,0 9 0,0 2 0,0 6 0,0-3 0,0-4 0,0 3 0,0-15 0,0 1 0,0-10 0,0 3 0,0 1 0,0 7 0,0 5 0,0 6 0,4-2 0,-3 0 0,2-11 0,-6 2 0,2-8 0,-3-3 0,4 2 0,-4 2 0,7 4 0,-6 8 0,7-3 0,-4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F462E1-1BE2-7360-71BC-7E558A1C0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1AF7A18-24F1-0B52-F7C9-5321140D3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45EC32-B947-0C84-253C-8C6411FE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2D3D625-F6DE-485D-AC1A-111B0881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710927-163D-AD5B-0668-A02A5486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81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CEBC45-B4C3-0429-05A6-1AD4B9020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A3A111-B599-4604-5A0A-7717CD908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358DBA-21DE-7649-6B4F-6D527F309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781D48-C8BA-2B7A-DAA1-2968B0C4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05B666-9FA5-6695-637F-91C9B8B4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890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187ACF-53BC-EFB6-9BE8-0E415762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C4D2D00-6E92-753A-967B-56E8F8C52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B2C9E6-8826-6FFA-F239-0AF11461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2ECF24-395E-4C54-58B8-E4CF9488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7461CB-7467-5C38-D4A8-451BF676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623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A75E10-163A-3C1F-BFFB-CF04DD19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DA87B2-C36F-5511-B13F-37B03AC8F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E4AE99D-1F38-27BB-630D-D67335CE7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D9FAD42-73E8-9194-71DC-132FCC9B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110C941-602F-D6F4-1810-29F7339F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A6F936-EF4F-F0BD-0F26-DA8EB889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421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5BA741-0AD3-485F-8589-929939F35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760101C-3C1D-6EC0-519D-A41F6238F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8E1799B-9CA6-C697-0103-F151A3B9B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DB44C15-3DB1-4B63-E3A4-E74D7D5CF8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2946F0A-E78A-3B52-9F12-216B27A90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BC1DA97-3496-A63A-8C66-32674D6B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C67A2FD-2A0B-68B9-5EA3-BC6E3E76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330F7C-9473-3AFB-8214-B1E60012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7287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E05644-063F-B8F5-5807-81497B3F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6A762CE-4261-B1F4-F691-F3D74643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B742974-2C6D-F914-91C6-ED244CA2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18C2E4E-0E15-4C21-9128-6156CDE7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345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EBFC338-CD61-7E43-170F-EF6A2AB1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79C09AB-9AB8-EE49-6C9D-2DAD7278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5109922-69E9-8607-B191-F3282A50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602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B902A4-E245-273C-E8FE-41548E82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6C3015-4481-29E6-800C-FA9DCF505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704E14-A013-44ED-861A-3CDE4AF0D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A051B01-3777-4D5D-5A48-3E5B3197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F74CE51-E61B-BAE3-2579-2DD616F9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27B05F2-164E-447F-02D0-0BBC52F6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983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A61581-8A57-17ED-7A0D-057D8E01B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E4D0D-6F8C-9657-3CDC-D4501CB68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4527B50-B24E-0BB6-A17E-CBB70C372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C2775A-7566-963E-0E7E-9BD44360E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E96B481-ACE4-5C30-4882-8DD5D1AC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7BFBE1-6076-F047-D435-A68ABBD3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161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DEB7BF-6418-47FA-492D-9E2BF2B18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5BFD776-4129-5A8D-7530-E3EE97444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2B4167-C5F4-15F6-0618-34822762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217686-9021-3C33-C712-53D1E75D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6D83991-B93B-6294-B7F3-8C2BF64D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722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0880572-856D-C7DF-5DB0-EE7A45CC5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50A0009-F3F3-4AE6-B3D0-2280484DC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EAEA1BD-255B-0A52-2D4D-805A1349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F3F3E7-3E2D-7E23-09AD-D9F13625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01FCBA-67F2-8EAB-0B3F-FCECCE7D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0920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A734225-B9AB-BD72-B526-282EB2A09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B174EF9-B5BC-E16F-F115-D58D435A3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4A49A-24FE-204F-14AB-90A600891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B55C3-69B1-4E48-9B9E-D8290A547C08}" type="datetimeFigureOut">
              <a:rPr lang="it-IT" smtClean="0"/>
              <a:t>03/09/26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80C6A5-28A2-65BB-D783-79E710F64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64C678-2D51-0619-6A5F-9F021B2A4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F47E0-BD59-3740-B9A4-0C462F3ED0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95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26" Type="http://schemas.openxmlformats.org/officeDocument/2006/relationships/customXml" Target="../ink/ink16.xml"/><Relationship Id="rId39" Type="http://schemas.openxmlformats.org/officeDocument/2006/relationships/image" Target="../media/image14.png"/><Relationship Id="rId21" Type="http://schemas.openxmlformats.org/officeDocument/2006/relationships/customXml" Target="../ink/ink11.xml"/><Relationship Id="rId34" Type="http://schemas.openxmlformats.org/officeDocument/2006/relationships/customXml" Target="../ink/ink24.xml"/><Relationship Id="rId7" Type="http://schemas.openxmlformats.org/officeDocument/2006/relationships/image" Target="../media/image4.png"/><Relationship Id="rId12" Type="http://schemas.openxmlformats.org/officeDocument/2006/relationships/image" Target="../media/image6.png"/><Relationship Id="rId17" Type="http://schemas.openxmlformats.org/officeDocument/2006/relationships/image" Target="../media/image8.png"/><Relationship Id="rId25" Type="http://schemas.openxmlformats.org/officeDocument/2006/relationships/customXml" Target="../ink/ink15.xml"/><Relationship Id="rId33" Type="http://schemas.openxmlformats.org/officeDocument/2006/relationships/customXml" Target="../ink/ink23.xml"/><Relationship Id="rId38" Type="http://schemas.openxmlformats.org/officeDocument/2006/relationships/image" Target="../media/image13.svg"/><Relationship Id="rId2" Type="http://schemas.openxmlformats.org/officeDocument/2006/relationships/image" Target="../media/image1.png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customXml" Target="../ink/ink1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customXml" Target="../ink/ink5.xml"/><Relationship Id="rId24" Type="http://schemas.openxmlformats.org/officeDocument/2006/relationships/customXml" Target="../ink/ink14.xml"/><Relationship Id="rId32" Type="http://schemas.openxmlformats.org/officeDocument/2006/relationships/customXml" Target="../ink/ink22.xml"/><Relationship Id="rId37" Type="http://schemas.openxmlformats.org/officeDocument/2006/relationships/image" Target="../media/image12.png"/><Relationship Id="rId40" Type="http://schemas.openxmlformats.org/officeDocument/2006/relationships/image" Target="../media/image15.svg"/><Relationship Id="rId5" Type="http://schemas.openxmlformats.org/officeDocument/2006/relationships/image" Target="../media/image3.png"/><Relationship Id="rId15" Type="http://schemas.openxmlformats.org/officeDocument/2006/relationships/image" Target="../media/image7.png"/><Relationship Id="rId23" Type="http://schemas.openxmlformats.org/officeDocument/2006/relationships/customXml" Target="../ink/ink13.xml"/><Relationship Id="rId28" Type="http://schemas.openxmlformats.org/officeDocument/2006/relationships/customXml" Target="../ink/ink18.xml"/><Relationship Id="rId36" Type="http://schemas.openxmlformats.org/officeDocument/2006/relationships/image" Target="../media/image11.svg"/><Relationship Id="rId10" Type="http://schemas.openxmlformats.org/officeDocument/2006/relationships/customXml" Target="../ink/ink4.xml"/><Relationship Id="rId19" Type="http://schemas.openxmlformats.org/officeDocument/2006/relationships/image" Target="../media/image9.png"/><Relationship Id="rId31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customXml" Target="../ink/ink12.xml"/><Relationship Id="rId27" Type="http://schemas.openxmlformats.org/officeDocument/2006/relationships/customXml" Target="../ink/ink17.xml"/><Relationship Id="rId30" Type="http://schemas.openxmlformats.org/officeDocument/2006/relationships/customXml" Target="../ink/ink20.xml"/><Relationship Id="rId35" Type="http://schemas.openxmlformats.org/officeDocument/2006/relationships/image" Target="../media/image10.png"/><Relationship Id="rId8" Type="http://schemas.openxmlformats.org/officeDocument/2006/relationships/customXml" Target="../ink/ink3.xml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E50005-6B85-EA88-48AD-B7AE705A23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2FE8F76-710B-01B3-CDC5-5A6164BA1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8760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246B6A7-BA47-7EB9-AAF8-316D98690AF6}"/>
              </a:ext>
            </a:extLst>
          </p:cNvPr>
          <p:cNvSpPr/>
          <p:nvPr/>
        </p:nvSpPr>
        <p:spPr>
          <a:xfrm>
            <a:off x="480438" y="403412"/>
            <a:ext cx="1317812" cy="632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Sime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04B90FB-A588-5E2E-71F5-F5AA8F240841}"/>
              </a:ext>
            </a:extLst>
          </p:cNvPr>
          <p:cNvSpPr/>
          <p:nvPr/>
        </p:nvSpPr>
        <p:spPr>
          <a:xfrm>
            <a:off x="888332" y="1214718"/>
            <a:ext cx="1317812" cy="63201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Eroweb</a:t>
            </a:r>
            <a:endParaRPr lang="it-IT" dirty="0"/>
          </a:p>
        </p:txBody>
      </p:sp>
      <p:cxnSp>
        <p:nvCxnSpPr>
          <p:cNvPr id="7" name="Connettore curvo 6">
            <a:extLst>
              <a:ext uri="{FF2B5EF4-FFF2-40B4-BE49-F238E27FC236}">
                <a16:creationId xmlns:a16="http://schemas.microsoft.com/office/drawing/2014/main" id="{33227C89-2305-9534-59EA-695C15F63BE5}"/>
              </a:ext>
            </a:extLst>
          </p:cNvPr>
          <p:cNvCxnSpPr>
            <a:endCxn id="5" idx="1"/>
          </p:cNvCxnSpPr>
          <p:nvPr/>
        </p:nvCxnSpPr>
        <p:spPr>
          <a:xfrm rot="16200000" flipH="1">
            <a:off x="497246" y="1139637"/>
            <a:ext cx="495301" cy="28687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curvo 7">
            <a:extLst>
              <a:ext uri="{FF2B5EF4-FFF2-40B4-BE49-F238E27FC236}">
                <a16:creationId xmlns:a16="http://schemas.microsoft.com/office/drawing/2014/main" id="{867751E3-65FA-79A0-9214-1B7780061A1A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1280538" y="2113429"/>
            <a:ext cx="533400" cy="12700"/>
          </a:xfrm>
          <a:prstGeom prst="curvedConnector3">
            <a:avLst>
              <a:gd name="adj1" fmla="val 50000"/>
            </a:avLst>
          </a:prstGeom>
          <a:ln>
            <a:prstDash val="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FCE0C00B-FC47-D8E6-AC78-E3E26805A1AA}"/>
              </a:ext>
            </a:extLst>
          </p:cNvPr>
          <p:cNvSpPr/>
          <p:nvPr/>
        </p:nvSpPr>
        <p:spPr>
          <a:xfrm>
            <a:off x="1018320" y="2380129"/>
            <a:ext cx="1057835" cy="65890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MOVOT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2692B78-E223-912D-CE46-2570E13ACF49}"/>
              </a:ext>
            </a:extLst>
          </p:cNvPr>
          <p:cNvSpPr/>
          <p:nvPr/>
        </p:nvSpPr>
        <p:spPr>
          <a:xfrm>
            <a:off x="1018320" y="4702501"/>
            <a:ext cx="1500388" cy="39071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OpenImpact</a:t>
            </a:r>
            <a:endParaRPr lang="it-IT" dirty="0"/>
          </a:p>
        </p:txBody>
      </p:sp>
      <p:pic>
        <p:nvPicPr>
          <p:cNvPr id="15" name="Elemento grafico 14" descr="Elenco di controllo con riempimento a tinta unita">
            <a:extLst>
              <a:ext uri="{FF2B5EF4-FFF2-40B4-BE49-F238E27FC236}">
                <a16:creationId xmlns:a16="http://schemas.microsoft.com/office/drawing/2014/main" id="{9810456B-CE83-7F24-DBCA-461082113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2406" y="3321691"/>
            <a:ext cx="658906" cy="658906"/>
          </a:xfrm>
          <a:prstGeom prst="rect">
            <a:avLst/>
          </a:prstGeom>
        </p:spPr>
      </p:pic>
      <p:cxnSp>
        <p:nvCxnSpPr>
          <p:cNvPr id="17" name="Connettore diritto a freccia 16">
            <a:extLst>
              <a:ext uri="{FF2B5EF4-FFF2-40B4-BE49-F238E27FC236}">
                <a16:creationId xmlns:a16="http://schemas.microsoft.com/office/drawing/2014/main" id="{454C9980-DC7B-F06E-2A62-BDCFBB0D0EFB}"/>
              </a:ext>
            </a:extLst>
          </p:cNvPr>
          <p:cNvCxnSpPr>
            <a:cxnSpLocks/>
          </p:cNvCxnSpPr>
          <p:nvPr/>
        </p:nvCxnSpPr>
        <p:spPr>
          <a:xfrm>
            <a:off x="1480845" y="3184980"/>
            <a:ext cx="38144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Elemento grafico 23" descr="Elenco di controllo con riempimento a tinta unita">
            <a:extLst>
              <a:ext uri="{FF2B5EF4-FFF2-40B4-BE49-F238E27FC236}">
                <a16:creationId xmlns:a16="http://schemas.microsoft.com/office/drawing/2014/main" id="{FA044CC0-8BC8-1D28-D97F-B217ADDBD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0819" y="3916263"/>
            <a:ext cx="658906" cy="658906"/>
          </a:xfrm>
          <a:prstGeom prst="rect">
            <a:avLst/>
          </a:prstGeom>
        </p:spPr>
      </p:pic>
      <p:pic>
        <p:nvPicPr>
          <p:cNvPr id="25" name="Elemento grafico 24" descr="Elenco di controllo con riempimento a tinta unita">
            <a:extLst>
              <a:ext uri="{FF2B5EF4-FFF2-40B4-BE49-F238E27FC236}">
                <a16:creationId xmlns:a16="http://schemas.microsoft.com/office/drawing/2014/main" id="{35D180DA-ACEA-D9B7-C794-595C6A871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2606" y="3493065"/>
            <a:ext cx="658906" cy="6589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" name="Input penna 25">
                <a:extLst>
                  <a:ext uri="{FF2B5EF4-FFF2-40B4-BE49-F238E27FC236}">
                    <a16:creationId xmlns:a16="http://schemas.microsoft.com/office/drawing/2014/main" id="{7EF00FDD-374D-3FFA-4DEA-41385F40CCFE}"/>
                  </a:ext>
                </a:extLst>
              </p14:cNvPr>
              <p14:cNvContentPartPr/>
              <p14:nvPr/>
            </p14:nvContentPartPr>
            <p14:xfrm>
              <a:off x="4620859" y="3848474"/>
              <a:ext cx="6480" cy="360"/>
            </p14:xfrm>
          </p:contentPart>
        </mc:Choice>
        <mc:Fallback>
          <p:pic>
            <p:nvPicPr>
              <p:cNvPr id="26" name="Input penna 25">
                <a:extLst>
                  <a:ext uri="{FF2B5EF4-FFF2-40B4-BE49-F238E27FC236}">
                    <a16:creationId xmlns:a16="http://schemas.microsoft.com/office/drawing/2014/main" id="{7EF00FDD-374D-3FFA-4DEA-41385F40CC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4739" y="3842354"/>
                <a:ext cx="1872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7" name="Elemento grafico 26" descr="Elenco di controllo con riempimento a tinta unita">
            <a:extLst>
              <a:ext uri="{FF2B5EF4-FFF2-40B4-BE49-F238E27FC236}">
                <a16:creationId xmlns:a16="http://schemas.microsoft.com/office/drawing/2014/main" id="{657DB995-F85B-56FB-F1F9-AD91EB3AC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1512" y="3915903"/>
            <a:ext cx="658906" cy="658906"/>
          </a:xfrm>
          <a:prstGeom prst="rect">
            <a:avLst/>
          </a:prstGeom>
        </p:spPr>
      </p:pic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731ECC54-0645-C9FF-BC48-C4DEF87BD230}"/>
              </a:ext>
            </a:extLst>
          </p:cNvPr>
          <p:cNvSpPr txBox="1"/>
          <p:nvPr/>
        </p:nvSpPr>
        <p:spPr>
          <a:xfrm>
            <a:off x="184335" y="3347273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 Ante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A3AAF5ED-A89F-A951-34D5-8960E8D56AA2}"/>
              </a:ext>
            </a:extLst>
          </p:cNvPr>
          <p:cNvSpPr txBox="1"/>
          <p:nvPr/>
        </p:nvSpPr>
        <p:spPr>
          <a:xfrm>
            <a:off x="184335" y="4069177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 Post</a:t>
            </a:r>
          </a:p>
        </p:txBody>
      </p:sp>
      <p:pic>
        <p:nvPicPr>
          <p:cNvPr id="48" name="Elemento grafico 47" descr="Elenco di controllo con riempimento a tinta unita">
            <a:extLst>
              <a:ext uri="{FF2B5EF4-FFF2-40B4-BE49-F238E27FC236}">
                <a16:creationId xmlns:a16="http://schemas.microsoft.com/office/drawing/2014/main" id="{EFB27078-6179-B6C9-12F3-C6BDFACC2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2406" y="5499356"/>
            <a:ext cx="658906" cy="658906"/>
          </a:xfrm>
          <a:prstGeom prst="rect">
            <a:avLst/>
          </a:prstGeom>
        </p:spPr>
      </p:pic>
      <p:cxnSp>
        <p:nvCxnSpPr>
          <p:cNvPr id="49" name="Connettore diritto a freccia 48">
            <a:extLst>
              <a:ext uri="{FF2B5EF4-FFF2-40B4-BE49-F238E27FC236}">
                <a16:creationId xmlns:a16="http://schemas.microsoft.com/office/drawing/2014/main" id="{F3219D81-EFB4-7EB2-602D-F54C7BBFBADD}"/>
              </a:ext>
            </a:extLst>
          </p:cNvPr>
          <p:cNvCxnSpPr>
            <a:cxnSpLocks/>
          </p:cNvCxnSpPr>
          <p:nvPr/>
        </p:nvCxnSpPr>
        <p:spPr>
          <a:xfrm>
            <a:off x="1480845" y="5362645"/>
            <a:ext cx="38144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0" name="Input penna 49">
                <a:extLst>
                  <a:ext uri="{FF2B5EF4-FFF2-40B4-BE49-F238E27FC236}">
                    <a16:creationId xmlns:a16="http://schemas.microsoft.com/office/drawing/2014/main" id="{668358D2-378E-470B-881A-0B11703E483F}"/>
                  </a:ext>
                </a:extLst>
              </p14:cNvPr>
              <p14:cNvContentPartPr/>
              <p14:nvPr/>
            </p14:nvContentPartPr>
            <p14:xfrm>
              <a:off x="2938939" y="5304325"/>
              <a:ext cx="42480" cy="214560"/>
            </p14:xfrm>
          </p:contentPart>
        </mc:Choice>
        <mc:Fallback>
          <p:pic>
            <p:nvPicPr>
              <p:cNvPr id="50" name="Input penna 49">
                <a:extLst>
                  <a:ext uri="{FF2B5EF4-FFF2-40B4-BE49-F238E27FC236}">
                    <a16:creationId xmlns:a16="http://schemas.microsoft.com/office/drawing/2014/main" id="{668358D2-378E-470B-881A-0B11703E48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32819" y="5298205"/>
                <a:ext cx="547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1" name="Input penna 50">
                <a:extLst>
                  <a:ext uri="{FF2B5EF4-FFF2-40B4-BE49-F238E27FC236}">
                    <a16:creationId xmlns:a16="http://schemas.microsoft.com/office/drawing/2014/main" id="{63C5F5B1-6E99-6A3F-F7EF-89AEDE89E8EA}"/>
                  </a:ext>
                </a:extLst>
              </p14:cNvPr>
              <p14:cNvContentPartPr/>
              <p14:nvPr/>
            </p14:nvContentPartPr>
            <p14:xfrm>
              <a:off x="4502059" y="5306485"/>
              <a:ext cx="22680" cy="206280"/>
            </p14:xfrm>
          </p:contentPart>
        </mc:Choice>
        <mc:Fallback>
          <p:pic>
            <p:nvPicPr>
              <p:cNvPr id="51" name="Input penna 50">
                <a:extLst>
                  <a:ext uri="{FF2B5EF4-FFF2-40B4-BE49-F238E27FC236}">
                    <a16:creationId xmlns:a16="http://schemas.microsoft.com/office/drawing/2014/main" id="{63C5F5B1-6E99-6A3F-F7EF-89AEDE89E8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95939" y="5300365"/>
                <a:ext cx="3492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2" name="Input penna 51">
                <a:extLst>
                  <a:ext uri="{FF2B5EF4-FFF2-40B4-BE49-F238E27FC236}">
                    <a16:creationId xmlns:a16="http://schemas.microsoft.com/office/drawing/2014/main" id="{4B159DDE-5138-080B-CDF7-1E7720892385}"/>
                  </a:ext>
                </a:extLst>
              </p14:cNvPr>
              <p14:cNvContentPartPr/>
              <p14:nvPr/>
            </p14:nvContentPartPr>
            <p14:xfrm>
              <a:off x="1850659" y="5854765"/>
              <a:ext cx="6480" cy="360"/>
            </p14:xfrm>
          </p:contentPart>
        </mc:Choice>
        <mc:Fallback>
          <p:pic>
            <p:nvPicPr>
              <p:cNvPr id="52" name="Input penna 51">
                <a:extLst>
                  <a:ext uri="{FF2B5EF4-FFF2-40B4-BE49-F238E27FC236}">
                    <a16:creationId xmlns:a16="http://schemas.microsoft.com/office/drawing/2014/main" id="{4B159DDE-5138-080B-CDF7-1E77208923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4539" y="5848645"/>
                <a:ext cx="18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3" name="Input penna 52">
                <a:extLst>
                  <a:ext uri="{FF2B5EF4-FFF2-40B4-BE49-F238E27FC236}">
                    <a16:creationId xmlns:a16="http://schemas.microsoft.com/office/drawing/2014/main" id="{7920BBA8-FEA1-A4A4-F13C-9A9FBA09AF1E}"/>
                  </a:ext>
                </a:extLst>
              </p14:cNvPr>
              <p14:cNvContentPartPr/>
              <p14:nvPr/>
            </p14:nvContentPartPr>
            <p14:xfrm>
              <a:off x="1530979" y="5234125"/>
              <a:ext cx="16560" cy="191160"/>
            </p14:xfrm>
          </p:contentPart>
        </mc:Choice>
        <mc:Fallback>
          <p:pic>
            <p:nvPicPr>
              <p:cNvPr id="53" name="Input penna 52">
                <a:extLst>
                  <a:ext uri="{FF2B5EF4-FFF2-40B4-BE49-F238E27FC236}">
                    <a16:creationId xmlns:a16="http://schemas.microsoft.com/office/drawing/2014/main" id="{7920BBA8-FEA1-A4A4-F13C-9A9FBA09AF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24859" y="5228005"/>
                <a:ext cx="28800" cy="203400"/>
              </a:xfrm>
              <a:prstGeom prst="rect">
                <a:avLst/>
              </a:prstGeom>
            </p:spPr>
          </p:pic>
        </mc:Fallback>
      </mc:AlternateContent>
      <p:pic>
        <p:nvPicPr>
          <p:cNvPr id="54" name="Elemento grafico 53" descr="Elenco di controllo con riempimento a tinta unita">
            <a:extLst>
              <a:ext uri="{FF2B5EF4-FFF2-40B4-BE49-F238E27FC236}">
                <a16:creationId xmlns:a16="http://schemas.microsoft.com/office/drawing/2014/main" id="{85DD77AB-0ED8-8F5A-8C6C-5C3391A7F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0819" y="6093928"/>
            <a:ext cx="658906" cy="658906"/>
          </a:xfrm>
          <a:prstGeom prst="rect">
            <a:avLst/>
          </a:prstGeom>
        </p:spPr>
      </p:pic>
      <p:pic>
        <p:nvPicPr>
          <p:cNvPr id="55" name="Elemento grafico 54" descr="Elenco di controllo con riempimento a tinta unita">
            <a:extLst>
              <a:ext uri="{FF2B5EF4-FFF2-40B4-BE49-F238E27FC236}">
                <a16:creationId xmlns:a16="http://schemas.microsoft.com/office/drawing/2014/main" id="{5E1CBBFB-7E3F-28AE-0E74-403181C05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2606" y="5670730"/>
            <a:ext cx="658906" cy="6589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6" name="Input penna 55">
                <a:extLst>
                  <a:ext uri="{FF2B5EF4-FFF2-40B4-BE49-F238E27FC236}">
                    <a16:creationId xmlns:a16="http://schemas.microsoft.com/office/drawing/2014/main" id="{577A653B-9752-219A-250D-D9CB6669877D}"/>
                  </a:ext>
                </a:extLst>
              </p14:cNvPr>
              <p14:cNvContentPartPr/>
              <p14:nvPr/>
            </p14:nvContentPartPr>
            <p14:xfrm>
              <a:off x="4620859" y="6026139"/>
              <a:ext cx="6480" cy="360"/>
            </p14:xfrm>
          </p:contentPart>
        </mc:Choice>
        <mc:Fallback>
          <p:pic>
            <p:nvPicPr>
              <p:cNvPr id="56" name="Input penna 55">
                <a:extLst>
                  <a:ext uri="{FF2B5EF4-FFF2-40B4-BE49-F238E27FC236}">
                    <a16:creationId xmlns:a16="http://schemas.microsoft.com/office/drawing/2014/main" id="{577A653B-9752-219A-250D-D9CB666987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4739" y="6020019"/>
                <a:ext cx="1872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7" name="Elemento grafico 56" descr="Elenco di controllo con riempimento a tinta unita">
            <a:extLst>
              <a:ext uri="{FF2B5EF4-FFF2-40B4-BE49-F238E27FC236}">
                <a16:creationId xmlns:a16="http://schemas.microsoft.com/office/drawing/2014/main" id="{FD00F33E-1AD1-B8D3-4E5A-48919DDB3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1512" y="6093568"/>
            <a:ext cx="658906" cy="6589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8" name="Input penna 57">
                <a:extLst>
                  <a:ext uri="{FF2B5EF4-FFF2-40B4-BE49-F238E27FC236}">
                    <a16:creationId xmlns:a16="http://schemas.microsoft.com/office/drawing/2014/main" id="{537609BF-9B9C-5CD7-1C0B-C30AFE35BD3E}"/>
                  </a:ext>
                </a:extLst>
              </p14:cNvPr>
              <p14:cNvContentPartPr/>
              <p14:nvPr/>
            </p14:nvContentPartPr>
            <p14:xfrm>
              <a:off x="3242419" y="5902285"/>
              <a:ext cx="15480" cy="52560"/>
            </p14:xfrm>
          </p:contentPart>
        </mc:Choice>
        <mc:Fallback>
          <p:pic>
            <p:nvPicPr>
              <p:cNvPr id="58" name="Input penna 57">
                <a:extLst>
                  <a:ext uri="{FF2B5EF4-FFF2-40B4-BE49-F238E27FC236}">
                    <a16:creationId xmlns:a16="http://schemas.microsoft.com/office/drawing/2014/main" id="{537609BF-9B9C-5CD7-1C0B-C30AFE35BD3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36299" y="5896165"/>
                <a:ext cx="277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9" name="Input penna 58">
                <a:extLst>
                  <a:ext uri="{FF2B5EF4-FFF2-40B4-BE49-F238E27FC236}">
                    <a16:creationId xmlns:a16="http://schemas.microsoft.com/office/drawing/2014/main" id="{4338F986-9533-7FCE-FC81-D8D80EA9B10D}"/>
                  </a:ext>
                </a:extLst>
              </p14:cNvPr>
              <p14:cNvContentPartPr/>
              <p14:nvPr/>
            </p14:nvContentPartPr>
            <p14:xfrm>
              <a:off x="3401899" y="5917765"/>
              <a:ext cx="17640" cy="21600"/>
            </p14:xfrm>
          </p:contentPart>
        </mc:Choice>
        <mc:Fallback>
          <p:pic>
            <p:nvPicPr>
              <p:cNvPr id="59" name="Input penna 58">
                <a:extLst>
                  <a:ext uri="{FF2B5EF4-FFF2-40B4-BE49-F238E27FC236}">
                    <a16:creationId xmlns:a16="http://schemas.microsoft.com/office/drawing/2014/main" id="{4338F986-9533-7FCE-FC81-D8D80EA9B10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95779" y="5911645"/>
                <a:ext cx="298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0" name="Input penna 59">
                <a:extLst>
                  <a:ext uri="{FF2B5EF4-FFF2-40B4-BE49-F238E27FC236}">
                    <a16:creationId xmlns:a16="http://schemas.microsoft.com/office/drawing/2014/main" id="{E03B1AB2-103A-7EAD-74F7-43FDFBE3FCFE}"/>
                  </a:ext>
                </a:extLst>
              </p14:cNvPr>
              <p14:cNvContentPartPr/>
              <p14:nvPr/>
            </p14:nvContentPartPr>
            <p14:xfrm>
              <a:off x="3558139" y="5913445"/>
              <a:ext cx="12600" cy="38520"/>
            </p14:xfrm>
          </p:contentPart>
        </mc:Choice>
        <mc:Fallback>
          <p:pic>
            <p:nvPicPr>
              <p:cNvPr id="60" name="Input penna 59">
                <a:extLst>
                  <a:ext uri="{FF2B5EF4-FFF2-40B4-BE49-F238E27FC236}">
                    <a16:creationId xmlns:a16="http://schemas.microsoft.com/office/drawing/2014/main" id="{E03B1AB2-103A-7EAD-74F7-43FDFBE3FCF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52019" y="5907325"/>
                <a:ext cx="24840" cy="50760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BDE7D6FE-2CF1-54D1-8F0C-D0A00B07FAB6}"/>
              </a:ext>
            </a:extLst>
          </p:cNvPr>
          <p:cNvSpPr txBox="1"/>
          <p:nvPr/>
        </p:nvSpPr>
        <p:spPr>
          <a:xfrm>
            <a:off x="184335" y="5524938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 Ante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1C6CB24A-2200-7E43-5E97-74D5AB376512}"/>
              </a:ext>
            </a:extLst>
          </p:cNvPr>
          <p:cNvSpPr txBox="1"/>
          <p:nvPr/>
        </p:nvSpPr>
        <p:spPr>
          <a:xfrm>
            <a:off x="184335" y="6246842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 Post</a:t>
            </a:r>
          </a:p>
        </p:txBody>
      </p:sp>
      <p:sp>
        <p:nvSpPr>
          <p:cNvPr id="63" name="Freccia destra 62">
            <a:extLst>
              <a:ext uri="{FF2B5EF4-FFF2-40B4-BE49-F238E27FC236}">
                <a16:creationId xmlns:a16="http://schemas.microsoft.com/office/drawing/2014/main" id="{B98416E1-885A-512F-4428-C4A371D6F173}"/>
              </a:ext>
            </a:extLst>
          </p:cNvPr>
          <p:cNvSpPr/>
          <p:nvPr/>
        </p:nvSpPr>
        <p:spPr>
          <a:xfrm>
            <a:off x="6027003" y="3150871"/>
            <a:ext cx="466165" cy="652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Rettangolo con angoli arrotondati 63">
            <a:extLst>
              <a:ext uri="{FF2B5EF4-FFF2-40B4-BE49-F238E27FC236}">
                <a16:creationId xmlns:a16="http://schemas.microsoft.com/office/drawing/2014/main" id="{377B9311-492C-7193-AB7C-845B2CE8EFA5}"/>
              </a:ext>
            </a:extLst>
          </p:cNvPr>
          <p:cNvSpPr/>
          <p:nvPr/>
        </p:nvSpPr>
        <p:spPr>
          <a:xfrm>
            <a:off x="7113496" y="1078429"/>
            <a:ext cx="1979931" cy="1343299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UNICO SISTEMA</a:t>
            </a:r>
          </a:p>
          <a:p>
            <a:pPr marL="285750" indent="-285750">
              <a:buFontTx/>
              <a:buChar char="-"/>
            </a:pPr>
            <a:r>
              <a:rPr lang="it-IT" dirty="0"/>
              <a:t>Monitor</a:t>
            </a:r>
          </a:p>
          <a:p>
            <a:pPr marL="285750" indent="-285750">
              <a:buFontTx/>
              <a:buChar char="-"/>
            </a:pPr>
            <a:r>
              <a:rPr lang="it-IT" dirty="0"/>
              <a:t>Val impatto</a:t>
            </a:r>
          </a:p>
        </p:txBody>
      </p:sp>
      <p:pic>
        <p:nvPicPr>
          <p:cNvPr id="65" name="Elemento grafico 64" descr="Elenco di controllo con riempimento a tinta unita">
            <a:extLst>
              <a:ext uri="{FF2B5EF4-FFF2-40B4-BE49-F238E27FC236}">
                <a16:creationId xmlns:a16="http://schemas.microsoft.com/office/drawing/2014/main" id="{969F0079-2D68-9B97-9F29-BAEE3771D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5307" y="3039482"/>
            <a:ext cx="658906" cy="658906"/>
          </a:xfrm>
          <a:prstGeom prst="rect">
            <a:avLst/>
          </a:prstGeom>
        </p:spPr>
      </p:pic>
      <p:cxnSp>
        <p:nvCxnSpPr>
          <p:cNvPr id="66" name="Connettore diritto a freccia 65">
            <a:extLst>
              <a:ext uri="{FF2B5EF4-FFF2-40B4-BE49-F238E27FC236}">
                <a16:creationId xmlns:a16="http://schemas.microsoft.com/office/drawing/2014/main" id="{2597666A-5DB6-F59C-1F1E-AD8E55AF0EB9}"/>
              </a:ext>
            </a:extLst>
          </p:cNvPr>
          <p:cNvCxnSpPr>
            <a:cxnSpLocks/>
          </p:cNvCxnSpPr>
          <p:nvPr/>
        </p:nvCxnSpPr>
        <p:spPr>
          <a:xfrm>
            <a:off x="8033746" y="2902771"/>
            <a:ext cx="38144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7" name="Input penna 66">
                <a:extLst>
                  <a:ext uri="{FF2B5EF4-FFF2-40B4-BE49-F238E27FC236}">
                    <a16:creationId xmlns:a16="http://schemas.microsoft.com/office/drawing/2014/main" id="{7DFEB18C-F32C-E9E8-EB0D-CEA4E726C960}"/>
                  </a:ext>
                </a:extLst>
              </p14:cNvPr>
              <p14:cNvContentPartPr/>
              <p14:nvPr/>
            </p14:nvContentPartPr>
            <p14:xfrm>
              <a:off x="9491840" y="2844451"/>
              <a:ext cx="42480" cy="214560"/>
            </p14:xfrm>
          </p:contentPart>
        </mc:Choice>
        <mc:Fallback>
          <p:pic>
            <p:nvPicPr>
              <p:cNvPr id="67" name="Input penna 66">
                <a:extLst>
                  <a:ext uri="{FF2B5EF4-FFF2-40B4-BE49-F238E27FC236}">
                    <a16:creationId xmlns:a16="http://schemas.microsoft.com/office/drawing/2014/main" id="{7DFEB18C-F32C-E9E8-EB0D-CEA4E726C96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85720" y="2838331"/>
                <a:ext cx="547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68" name="Input penna 67">
                <a:extLst>
                  <a:ext uri="{FF2B5EF4-FFF2-40B4-BE49-F238E27FC236}">
                    <a16:creationId xmlns:a16="http://schemas.microsoft.com/office/drawing/2014/main" id="{DCE18488-AB38-EE85-9168-AFDFB2ECA488}"/>
                  </a:ext>
                </a:extLst>
              </p14:cNvPr>
              <p14:cNvContentPartPr/>
              <p14:nvPr/>
            </p14:nvContentPartPr>
            <p14:xfrm>
              <a:off x="11054960" y="2846611"/>
              <a:ext cx="22680" cy="206280"/>
            </p14:xfrm>
          </p:contentPart>
        </mc:Choice>
        <mc:Fallback>
          <p:pic>
            <p:nvPicPr>
              <p:cNvPr id="68" name="Input penna 67">
                <a:extLst>
                  <a:ext uri="{FF2B5EF4-FFF2-40B4-BE49-F238E27FC236}">
                    <a16:creationId xmlns:a16="http://schemas.microsoft.com/office/drawing/2014/main" id="{DCE18488-AB38-EE85-9168-AFDFB2ECA48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048840" y="2840491"/>
                <a:ext cx="3492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9" name="Input penna 68">
                <a:extLst>
                  <a:ext uri="{FF2B5EF4-FFF2-40B4-BE49-F238E27FC236}">
                    <a16:creationId xmlns:a16="http://schemas.microsoft.com/office/drawing/2014/main" id="{1FC8DA37-C4E2-88B0-E438-A98D4D697EA1}"/>
                  </a:ext>
                </a:extLst>
              </p14:cNvPr>
              <p14:cNvContentPartPr/>
              <p14:nvPr/>
            </p14:nvContentPartPr>
            <p14:xfrm>
              <a:off x="8403560" y="3394891"/>
              <a:ext cx="6480" cy="360"/>
            </p14:xfrm>
          </p:contentPart>
        </mc:Choice>
        <mc:Fallback>
          <p:pic>
            <p:nvPicPr>
              <p:cNvPr id="69" name="Input penna 68">
                <a:extLst>
                  <a:ext uri="{FF2B5EF4-FFF2-40B4-BE49-F238E27FC236}">
                    <a16:creationId xmlns:a16="http://schemas.microsoft.com/office/drawing/2014/main" id="{1FC8DA37-C4E2-88B0-E438-A98D4D697E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97440" y="3388771"/>
                <a:ext cx="18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0" name="Input penna 69">
                <a:extLst>
                  <a:ext uri="{FF2B5EF4-FFF2-40B4-BE49-F238E27FC236}">
                    <a16:creationId xmlns:a16="http://schemas.microsoft.com/office/drawing/2014/main" id="{BB36110F-5D29-4B58-4576-707198D3D4C4}"/>
                  </a:ext>
                </a:extLst>
              </p14:cNvPr>
              <p14:cNvContentPartPr/>
              <p14:nvPr/>
            </p14:nvContentPartPr>
            <p14:xfrm>
              <a:off x="8083880" y="2774251"/>
              <a:ext cx="16560" cy="191160"/>
            </p14:xfrm>
          </p:contentPart>
        </mc:Choice>
        <mc:Fallback>
          <p:pic>
            <p:nvPicPr>
              <p:cNvPr id="70" name="Input penna 69">
                <a:extLst>
                  <a:ext uri="{FF2B5EF4-FFF2-40B4-BE49-F238E27FC236}">
                    <a16:creationId xmlns:a16="http://schemas.microsoft.com/office/drawing/2014/main" id="{BB36110F-5D29-4B58-4576-707198D3D4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77760" y="2768131"/>
                <a:ext cx="28800" cy="203400"/>
              </a:xfrm>
              <a:prstGeom prst="rect">
                <a:avLst/>
              </a:prstGeom>
            </p:spPr>
          </p:pic>
        </mc:Fallback>
      </mc:AlternateContent>
      <p:pic>
        <p:nvPicPr>
          <p:cNvPr id="71" name="Elemento grafico 70" descr="Elenco di controllo con riempimento a tinta unita">
            <a:extLst>
              <a:ext uri="{FF2B5EF4-FFF2-40B4-BE49-F238E27FC236}">
                <a16:creationId xmlns:a16="http://schemas.microsoft.com/office/drawing/2014/main" id="{58354CCD-358B-E834-0E0E-1DF121214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3720" y="3634054"/>
            <a:ext cx="658906" cy="658906"/>
          </a:xfrm>
          <a:prstGeom prst="rect">
            <a:avLst/>
          </a:prstGeom>
        </p:spPr>
      </p:pic>
      <p:pic>
        <p:nvPicPr>
          <p:cNvPr id="72" name="Elemento grafico 71" descr="Elenco di controllo con riempimento a tinta unita">
            <a:extLst>
              <a:ext uri="{FF2B5EF4-FFF2-40B4-BE49-F238E27FC236}">
                <a16:creationId xmlns:a16="http://schemas.microsoft.com/office/drawing/2014/main" id="{DCC6E4C4-5568-5FC6-0432-D149C8C5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5507" y="3210856"/>
            <a:ext cx="658906" cy="6589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3" name="Input penna 72">
                <a:extLst>
                  <a:ext uri="{FF2B5EF4-FFF2-40B4-BE49-F238E27FC236}">
                    <a16:creationId xmlns:a16="http://schemas.microsoft.com/office/drawing/2014/main" id="{71AACDEB-3301-9ABB-6D58-EE004609D66D}"/>
                  </a:ext>
                </a:extLst>
              </p14:cNvPr>
              <p14:cNvContentPartPr/>
              <p14:nvPr/>
            </p14:nvContentPartPr>
            <p14:xfrm>
              <a:off x="11173760" y="3566265"/>
              <a:ext cx="6480" cy="360"/>
            </p14:xfrm>
          </p:contentPart>
        </mc:Choice>
        <mc:Fallback>
          <p:pic>
            <p:nvPicPr>
              <p:cNvPr id="73" name="Input penna 72">
                <a:extLst>
                  <a:ext uri="{FF2B5EF4-FFF2-40B4-BE49-F238E27FC236}">
                    <a16:creationId xmlns:a16="http://schemas.microsoft.com/office/drawing/2014/main" id="{71AACDEB-3301-9ABB-6D58-EE004609D6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67640" y="3560145"/>
                <a:ext cx="1872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4" name="Elemento grafico 73" descr="Elenco di controllo con riempimento a tinta unita">
            <a:extLst>
              <a:ext uri="{FF2B5EF4-FFF2-40B4-BE49-F238E27FC236}">
                <a16:creationId xmlns:a16="http://schemas.microsoft.com/office/drawing/2014/main" id="{98671466-949E-C075-8018-29205B13B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84413" y="3633694"/>
            <a:ext cx="658906" cy="6589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75" name="Input penna 74">
                <a:extLst>
                  <a:ext uri="{FF2B5EF4-FFF2-40B4-BE49-F238E27FC236}">
                    <a16:creationId xmlns:a16="http://schemas.microsoft.com/office/drawing/2014/main" id="{672DC2AA-B0BD-9624-5CC3-952A2B2FAE51}"/>
                  </a:ext>
                </a:extLst>
              </p14:cNvPr>
              <p14:cNvContentPartPr/>
              <p14:nvPr/>
            </p14:nvContentPartPr>
            <p14:xfrm>
              <a:off x="9795320" y="3442411"/>
              <a:ext cx="15480" cy="52560"/>
            </p14:xfrm>
          </p:contentPart>
        </mc:Choice>
        <mc:Fallback>
          <p:pic>
            <p:nvPicPr>
              <p:cNvPr id="75" name="Input penna 74">
                <a:extLst>
                  <a:ext uri="{FF2B5EF4-FFF2-40B4-BE49-F238E27FC236}">
                    <a16:creationId xmlns:a16="http://schemas.microsoft.com/office/drawing/2014/main" id="{672DC2AA-B0BD-9624-5CC3-952A2B2FAE5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89200" y="3436291"/>
                <a:ext cx="277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6" name="Input penna 75">
                <a:extLst>
                  <a:ext uri="{FF2B5EF4-FFF2-40B4-BE49-F238E27FC236}">
                    <a16:creationId xmlns:a16="http://schemas.microsoft.com/office/drawing/2014/main" id="{70082AD4-A432-9D2A-FBED-43026EDF31F1}"/>
                  </a:ext>
                </a:extLst>
              </p14:cNvPr>
              <p14:cNvContentPartPr/>
              <p14:nvPr/>
            </p14:nvContentPartPr>
            <p14:xfrm>
              <a:off x="9954800" y="3457891"/>
              <a:ext cx="17640" cy="21600"/>
            </p14:xfrm>
          </p:contentPart>
        </mc:Choice>
        <mc:Fallback>
          <p:pic>
            <p:nvPicPr>
              <p:cNvPr id="76" name="Input penna 75">
                <a:extLst>
                  <a:ext uri="{FF2B5EF4-FFF2-40B4-BE49-F238E27FC236}">
                    <a16:creationId xmlns:a16="http://schemas.microsoft.com/office/drawing/2014/main" id="{70082AD4-A432-9D2A-FBED-43026EDF31F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48680" y="3451771"/>
                <a:ext cx="298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7" name="Input penna 76">
                <a:extLst>
                  <a:ext uri="{FF2B5EF4-FFF2-40B4-BE49-F238E27FC236}">
                    <a16:creationId xmlns:a16="http://schemas.microsoft.com/office/drawing/2014/main" id="{F0F38D70-FB61-203D-00B9-31D768E490B4}"/>
                  </a:ext>
                </a:extLst>
              </p14:cNvPr>
              <p14:cNvContentPartPr/>
              <p14:nvPr/>
            </p14:nvContentPartPr>
            <p14:xfrm>
              <a:off x="10111040" y="3453571"/>
              <a:ext cx="12600" cy="38520"/>
            </p14:xfrm>
          </p:contentPart>
        </mc:Choice>
        <mc:Fallback>
          <p:pic>
            <p:nvPicPr>
              <p:cNvPr id="77" name="Input penna 76">
                <a:extLst>
                  <a:ext uri="{FF2B5EF4-FFF2-40B4-BE49-F238E27FC236}">
                    <a16:creationId xmlns:a16="http://schemas.microsoft.com/office/drawing/2014/main" id="{F0F38D70-FB61-203D-00B9-31D768E490B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04920" y="3447451"/>
                <a:ext cx="24840" cy="50760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9FDF32F3-105D-9918-147B-4E3768437DEF}"/>
              </a:ext>
            </a:extLst>
          </p:cNvPr>
          <p:cNvSpPr txBox="1"/>
          <p:nvPr/>
        </p:nvSpPr>
        <p:spPr>
          <a:xfrm>
            <a:off x="6737236" y="3065064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 Ante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2E4D96BB-4789-306A-D8CF-10DB67ECF782}"/>
              </a:ext>
            </a:extLst>
          </p:cNvPr>
          <p:cNvSpPr txBox="1"/>
          <p:nvPr/>
        </p:nvSpPr>
        <p:spPr>
          <a:xfrm>
            <a:off x="6737236" y="3786968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Ex Post</a:t>
            </a:r>
          </a:p>
        </p:txBody>
      </p:sp>
      <p:cxnSp>
        <p:nvCxnSpPr>
          <p:cNvPr id="83" name="Connettore curvo 82">
            <a:extLst>
              <a:ext uri="{FF2B5EF4-FFF2-40B4-BE49-F238E27FC236}">
                <a16:creationId xmlns:a16="http://schemas.microsoft.com/office/drawing/2014/main" id="{99BF726E-BFCC-AE46-435E-48FC225BF564}"/>
              </a:ext>
            </a:extLst>
          </p:cNvPr>
          <p:cNvCxnSpPr>
            <a:cxnSpLocks/>
            <a:stCxn id="5" idx="0"/>
            <a:endCxn id="64" idx="0"/>
          </p:cNvCxnSpPr>
          <p:nvPr/>
        </p:nvCxnSpPr>
        <p:spPr>
          <a:xfrm rot="5400000" flipH="1" flipV="1">
            <a:off x="4757206" y="-2131538"/>
            <a:ext cx="136289" cy="6556224"/>
          </a:xfrm>
          <a:prstGeom prst="curvedConnector3">
            <a:avLst>
              <a:gd name="adj1" fmla="val 267732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5" name="Connettore curvo 84">
            <a:extLst>
              <a:ext uri="{FF2B5EF4-FFF2-40B4-BE49-F238E27FC236}">
                <a16:creationId xmlns:a16="http://schemas.microsoft.com/office/drawing/2014/main" id="{E4A7602D-FE7A-A2E2-DF38-114506C22370}"/>
              </a:ext>
            </a:extLst>
          </p:cNvPr>
          <p:cNvCxnSpPr>
            <a:cxnSpLocks/>
            <a:stCxn id="64" idx="2"/>
            <a:endCxn id="5" idx="2"/>
          </p:cNvCxnSpPr>
          <p:nvPr/>
        </p:nvCxnSpPr>
        <p:spPr>
          <a:xfrm rot="5400000" flipH="1">
            <a:off x="4537850" y="-1143883"/>
            <a:ext cx="574999" cy="6556224"/>
          </a:xfrm>
          <a:prstGeom prst="curvedConnector3">
            <a:avLst>
              <a:gd name="adj1" fmla="val -39757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2A7D7C25-632B-EC56-FA32-674120B02CA1}"/>
              </a:ext>
            </a:extLst>
          </p:cNvPr>
          <p:cNvGrpSpPr/>
          <p:nvPr/>
        </p:nvGrpSpPr>
        <p:grpSpPr>
          <a:xfrm>
            <a:off x="1530979" y="3056460"/>
            <a:ext cx="2993760" cy="720720"/>
            <a:chOff x="1530979" y="3056460"/>
            <a:chExt cx="2993760" cy="72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put penna 17">
                  <a:extLst>
                    <a:ext uri="{FF2B5EF4-FFF2-40B4-BE49-F238E27FC236}">
                      <a16:creationId xmlns:a16="http://schemas.microsoft.com/office/drawing/2014/main" id="{ABA31E93-8FAF-F167-B877-788CBD7137C8}"/>
                    </a:ext>
                  </a:extLst>
                </p14:cNvPr>
                <p14:cNvContentPartPr/>
                <p14:nvPr/>
              </p14:nvContentPartPr>
              <p14:xfrm>
                <a:off x="2938939" y="3126660"/>
                <a:ext cx="42480" cy="214560"/>
              </p14:xfrm>
            </p:contentPart>
          </mc:Choice>
          <mc:Fallback>
            <p:pic>
              <p:nvPicPr>
                <p:cNvPr id="18" name="Input penna 17">
                  <a:extLst>
                    <a:ext uri="{FF2B5EF4-FFF2-40B4-BE49-F238E27FC236}">
                      <a16:creationId xmlns:a16="http://schemas.microsoft.com/office/drawing/2014/main" id="{ABA31E93-8FAF-F167-B877-788CBD7137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32819" y="3120540"/>
                  <a:ext cx="54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put penna 18">
                  <a:extLst>
                    <a:ext uri="{FF2B5EF4-FFF2-40B4-BE49-F238E27FC236}">
                      <a16:creationId xmlns:a16="http://schemas.microsoft.com/office/drawing/2014/main" id="{E27B270C-BCAF-7B69-0E6F-085DDEECA53B}"/>
                    </a:ext>
                  </a:extLst>
                </p14:cNvPr>
                <p14:cNvContentPartPr/>
                <p14:nvPr/>
              </p14:nvContentPartPr>
              <p14:xfrm>
                <a:off x="4502059" y="3128820"/>
                <a:ext cx="22680" cy="206280"/>
              </p14:xfrm>
            </p:contentPart>
          </mc:Choice>
          <mc:Fallback>
            <p:pic>
              <p:nvPicPr>
                <p:cNvPr id="19" name="Input penna 18">
                  <a:extLst>
                    <a:ext uri="{FF2B5EF4-FFF2-40B4-BE49-F238E27FC236}">
                      <a16:creationId xmlns:a16="http://schemas.microsoft.com/office/drawing/2014/main" id="{E27B270C-BCAF-7B69-0E6F-085DDEECA5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95939" y="3122700"/>
                  <a:ext cx="34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put penna 21">
                  <a:extLst>
                    <a:ext uri="{FF2B5EF4-FFF2-40B4-BE49-F238E27FC236}">
                      <a16:creationId xmlns:a16="http://schemas.microsoft.com/office/drawing/2014/main" id="{0F407E3A-FBEA-907F-2682-10F2C3F4B3ED}"/>
                    </a:ext>
                  </a:extLst>
                </p14:cNvPr>
                <p14:cNvContentPartPr/>
                <p14:nvPr/>
              </p14:nvContentPartPr>
              <p14:xfrm>
                <a:off x="1850659" y="3677100"/>
                <a:ext cx="6480" cy="360"/>
              </p14:xfrm>
            </p:contentPart>
          </mc:Choice>
          <mc:Fallback>
            <p:pic>
              <p:nvPicPr>
                <p:cNvPr id="22" name="Input penna 21">
                  <a:extLst>
                    <a:ext uri="{FF2B5EF4-FFF2-40B4-BE49-F238E27FC236}">
                      <a16:creationId xmlns:a16="http://schemas.microsoft.com/office/drawing/2014/main" id="{0F407E3A-FBEA-907F-2682-10F2C3F4B3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44539" y="3670980"/>
                  <a:ext cx="18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put penna 22">
                  <a:extLst>
                    <a:ext uri="{FF2B5EF4-FFF2-40B4-BE49-F238E27FC236}">
                      <a16:creationId xmlns:a16="http://schemas.microsoft.com/office/drawing/2014/main" id="{08E157AE-44DF-E42C-01DE-114AA0D1ECA6}"/>
                    </a:ext>
                  </a:extLst>
                </p14:cNvPr>
                <p14:cNvContentPartPr/>
                <p14:nvPr/>
              </p14:nvContentPartPr>
              <p14:xfrm>
                <a:off x="1530979" y="3056460"/>
                <a:ext cx="16560" cy="191160"/>
              </p14:xfrm>
            </p:contentPart>
          </mc:Choice>
          <mc:Fallback>
            <p:pic>
              <p:nvPicPr>
                <p:cNvPr id="23" name="Input penna 22">
                  <a:extLst>
                    <a:ext uri="{FF2B5EF4-FFF2-40B4-BE49-F238E27FC236}">
                      <a16:creationId xmlns:a16="http://schemas.microsoft.com/office/drawing/2014/main" id="{08E157AE-44DF-E42C-01DE-114AA0D1ECA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24859" y="3050340"/>
                  <a:ext cx="288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Input penna 28">
                  <a:extLst>
                    <a:ext uri="{FF2B5EF4-FFF2-40B4-BE49-F238E27FC236}">
                      <a16:creationId xmlns:a16="http://schemas.microsoft.com/office/drawing/2014/main" id="{D2DF38E9-C371-BE0D-8DFC-E877A32350BC}"/>
                    </a:ext>
                  </a:extLst>
                </p14:cNvPr>
                <p14:cNvContentPartPr/>
                <p14:nvPr/>
              </p14:nvContentPartPr>
              <p14:xfrm>
                <a:off x="3242419" y="3724620"/>
                <a:ext cx="15480" cy="52560"/>
              </p14:xfrm>
            </p:contentPart>
          </mc:Choice>
          <mc:Fallback>
            <p:pic>
              <p:nvPicPr>
                <p:cNvPr id="29" name="Input penna 28">
                  <a:extLst>
                    <a:ext uri="{FF2B5EF4-FFF2-40B4-BE49-F238E27FC236}">
                      <a16:creationId xmlns:a16="http://schemas.microsoft.com/office/drawing/2014/main" id="{D2DF38E9-C371-BE0D-8DFC-E877A32350B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36299" y="3718500"/>
                  <a:ext cx="27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put penna 29">
                  <a:extLst>
                    <a:ext uri="{FF2B5EF4-FFF2-40B4-BE49-F238E27FC236}">
                      <a16:creationId xmlns:a16="http://schemas.microsoft.com/office/drawing/2014/main" id="{74D7F931-D92D-43EA-978D-E038EA7BFADC}"/>
                    </a:ext>
                  </a:extLst>
                </p14:cNvPr>
                <p14:cNvContentPartPr/>
                <p14:nvPr/>
              </p14:nvContentPartPr>
              <p14:xfrm>
                <a:off x="3401899" y="3740100"/>
                <a:ext cx="17640" cy="21600"/>
              </p14:xfrm>
            </p:contentPart>
          </mc:Choice>
          <mc:Fallback>
            <p:pic>
              <p:nvPicPr>
                <p:cNvPr id="30" name="Input penna 29">
                  <a:extLst>
                    <a:ext uri="{FF2B5EF4-FFF2-40B4-BE49-F238E27FC236}">
                      <a16:creationId xmlns:a16="http://schemas.microsoft.com/office/drawing/2014/main" id="{74D7F931-D92D-43EA-978D-E038EA7BFA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95779" y="3733980"/>
                  <a:ext cx="29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put penna 30">
                  <a:extLst>
                    <a:ext uri="{FF2B5EF4-FFF2-40B4-BE49-F238E27FC236}">
                      <a16:creationId xmlns:a16="http://schemas.microsoft.com/office/drawing/2014/main" id="{4E8C8C25-0F6A-9B3C-9EDA-146ED72ADFD2}"/>
                    </a:ext>
                  </a:extLst>
                </p14:cNvPr>
                <p14:cNvContentPartPr/>
                <p14:nvPr/>
              </p14:nvContentPartPr>
              <p14:xfrm>
                <a:off x="3558139" y="3735780"/>
                <a:ext cx="12600" cy="38520"/>
              </p14:xfrm>
            </p:contentPart>
          </mc:Choice>
          <mc:Fallback>
            <p:pic>
              <p:nvPicPr>
                <p:cNvPr id="31" name="Input penna 30">
                  <a:extLst>
                    <a:ext uri="{FF2B5EF4-FFF2-40B4-BE49-F238E27FC236}">
                      <a16:creationId xmlns:a16="http://schemas.microsoft.com/office/drawing/2014/main" id="{4E8C8C25-0F6A-9B3C-9EDA-146ED72ADF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52019" y="3729660"/>
                  <a:ext cx="24840" cy="50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8" name="CasellaDiTesto 117">
            <a:extLst>
              <a:ext uri="{FF2B5EF4-FFF2-40B4-BE49-F238E27FC236}">
                <a16:creationId xmlns:a16="http://schemas.microsoft.com/office/drawing/2014/main" id="{44838600-2247-C848-FDB6-93D9C8332CB9}"/>
              </a:ext>
            </a:extLst>
          </p:cNvPr>
          <p:cNvSpPr txBox="1"/>
          <p:nvPr/>
        </p:nvSpPr>
        <p:spPr>
          <a:xfrm>
            <a:off x="4831511" y="2860575"/>
            <a:ext cx="98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2027</a:t>
            </a:r>
          </a:p>
        </p:txBody>
      </p:sp>
      <p:sp>
        <p:nvSpPr>
          <p:cNvPr id="119" name="CasellaDiTesto 118">
            <a:extLst>
              <a:ext uri="{FF2B5EF4-FFF2-40B4-BE49-F238E27FC236}">
                <a16:creationId xmlns:a16="http://schemas.microsoft.com/office/drawing/2014/main" id="{53B3D22C-DA2A-106A-8DC0-9D80548734F0}"/>
              </a:ext>
            </a:extLst>
          </p:cNvPr>
          <p:cNvSpPr txBox="1"/>
          <p:nvPr/>
        </p:nvSpPr>
        <p:spPr>
          <a:xfrm>
            <a:off x="4755932" y="5055953"/>
            <a:ext cx="98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2027</a:t>
            </a:r>
          </a:p>
        </p:txBody>
      </p:sp>
      <p:sp>
        <p:nvSpPr>
          <p:cNvPr id="120" name="CasellaDiTesto 119">
            <a:extLst>
              <a:ext uri="{FF2B5EF4-FFF2-40B4-BE49-F238E27FC236}">
                <a16:creationId xmlns:a16="http://schemas.microsoft.com/office/drawing/2014/main" id="{4CFFEDBF-2CB6-3C31-ADF1-1F9A208618A6}"/>
              </a:ext>
            </a:extLst>
          </p:cNvPr>
          <p:cNvSpPr txBox="1"/>
          <p:nvPr/>
        </p:nvSpPr>
        <p:spPr>
          <a:xfrm>
            <a:off x="8074269" y="2610796"/>
            <a:ext cx="98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2028</a:t>
            </a:r>
          </a:p>
        </p:txBody>
      </p:sp>
      <p:sp>
        <p:nvSpPr>
          <p:cNvPr id="121" name="CasellaDiTesto 120">
            <a:extLst>
              <a:ext uri="{FF2B5EF4-FFF2-40B4-BE49-F238E27FC236}">
                <a16:creationId xmlns:a16="http://schemas.microsoft.com/office/drawing/2014/main" id="{9C332B72-21CB-1F1F-6E88-60F65243EA36}"/>
              </a:ext>
            </a:extLst>
          </p:cNvPr>
          <p:cNvSpPr txBox="1"/>
          <p:nvPr/>
        </p:nvSpPr>
        <p:spPr>
          <a:xfrm>
            <a:off x="9886997" y="99365"/>
            <a:ext cx="2179959" cy="2123658"/>
          </a:xfrm>
          <a:prstGeom prst="rect">
            <a:avLst/>
          </a:prstGeom>
          <a:solidFill>
            <a:srgbClr val="FFE262"/>
          </a:solidFill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it-IT" sz="1200" i="1" dirty="0"/>
              <a:t>Idealmente</a:t>
            </a:r>
            <a:r>
              <a:rPr lang="it-IT" sz="1200" dirty="0"/>
              <a:t>, i questionari «scattano» automaticamente da </a:t>
            </a:r>
            <a:r>
              <a:rPr lang="it-IT" sz="1200" b="1" dirty="0" err="1"/>
              <a:t>Eroweb</a:t>
            </a:r>
            <a:r>
              <a:rPr lang="it-IT" sz="1200" b="1" dirty="0"/>
              <a:t> TRIGGERS</a:t>
            </a:r>
          </a:p>
          <a:p>
            <a:pPr marL="228600" indent="-228600">
              <a:buAutoNum type="arabicParenR"/>
            </a:pPr>
            <a:endParaRPr lang="it-IT" sz="1200" dirty="0"/>
          </a:p>
          <a:p>
            <a:pPr marL="228600" indent="-228600">
              <a:buAutoNum type="arabicParenR"/>
            </a:pPr>
            <a:r>
              <a:rPr lang="it-IT" sz="1200" dirty="0"/>
              <a:t> Enti meno «tartassati» possono rispondere a </a:t>
            </a:r>
            <a:r>
              <a:rPr lang="it-IT" sz="1200" b="1" dirty="0"/>
              <a:t>moduli qualitativi ad hoc </a:t>
            </a:r>
            <a:r>
              <a:rPr lang="it-IT" sz="1200" dirty="0"/>
              <a:t>quando serve un approfondimento  </a:t>
            </a:r>
          </a:p>
          <a:p>
            <a:pPr marL="228600" indent="-228600">
              <a:buAutoNum type="arabicParenR"/>
            </a:pPr>
            <a:endParaRPr lang="it-IT" sz="1200" dirty="0"/>
          </a:p>
        </p:txBody>
      </p:sp>
      <p:sp>
        <p:nvSpPr>
          <p:cNvPr id="129" name="CasellaDiTesto 128">
            <a:extLst>
              <a:ext uri="{FF2B5EF4-FFF2-40B4-BE49-F238E27FC236}">
                <a16:creationId xmlns:a16="http://schemas.microsoft.com/office/drawing/2014/main" id="{B2B31DFF-133D-E5F6-2502-2572048124ED}"/>
              </a:ext>
            </a:extLst>
          </p:cNvPr>
          <p:cNvSpPr txBox="1"/>
          <p:nvPr/>
        </p:nvSpPr>
        <p:spPr>
          <a:xfrm>
            <a:off x="2809725" y="0"/>
            <a:ext cx="6319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</a:rPr>
              <a:t>Integrare 2 sistemi di monitoraggio &amp; valutazione in UNICO SISTEMA</a:t>
            </a:r>
          </a:p>
        </p:txBody>
      </p:sp>
      <p:pic>
        <p:nvPicPr>
          <p:cNvPr id="131" name="Elemento grafico 130" descr="Database con riempimento a tinta unita">
            <a:extLst>
              <a:ext uri="{FF2B5EF4-FFF2-40B4-BE49-F238E27FC236}">
                <a16:creationId xmlns:a16="http://schemas.microsoft.com/office/drawing/2014/main" id="{9D89560B-1683-514E-EC00-1884FF8A9B9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491728" y="4899056"/>
            <a:ext cx="914400" cy="914400"/>
          </a:xfrm>
          <a:prstGeom prst="rect">
            <a:avLst/>
          </a:prstGeom>
        </p:spPr>
      </p:pic>
      <p:sp>
        <p:nvSpPr>
          <p:cNvPr id="132" name="Parentesi graffa chiusa 131">
            <a:extLst>
              <a:ext uri="{FF2B5EF4-FFF2-40B4-BE49-F238E27FC236}">
                <a16:creationId xmlns:a16="http://schemas.microsoft.com/office/drawing/2014/main" id="{1FD80A10-E562-7209-F66A-766B74DA1AB9}"/>
              </a:ext>
            </a:extLst>
          </p:cNvPr>
          <p:cNvSpPr/>
          <p:nvPr/>
        </p:nvSpPr>
        <p:spPr>
          <a:xfrm rot="5400000">
            <a:off x="9186236" y="2045536"/>
            <a:ext cx="424242" cy="5199203"/>
          </a:xfrm>
          <a:prstGeom prst="rightBrace">
            <a:avLst>
              <a:gd name="adj1" fmla="val 69734"/>
              <a:gd name="adj2" fmla="val 49057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3" name="CasellaDiTesto 132">
            <a:extLst>
              <a:ext uri="{FF2B5EF4-FFF2-40B4-BE49-F238E27FC236}">
                <a16:creationId xmlns:a16="http://schemas.microsoft.com/office/drawing/2014/main" id="{518EC688-F688-24DD-AFD6-D35D9F0EC62E}"/>
              </a:ext>
            </a:extLst>
          </p:cNvPr>
          <p:cNvSpPr txBox="1"/>
          <p:nvPr/>
        </p:nvSpPr>
        <p:spPr>
          <a:xfrm>
            <a:off x="7438223" y="5109345"/>
            <a:ext cx="12654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Dati (tabelle PDF) archiviati in formati standard</a:t>
            </a:r>
          </a:p>
        </p:txBody>
      </p:sp>
      <p:sp>
        <p:nvSpPr>
          <p:cNvPr id="143" name="Freccia destra 142">
            <a:extLst>
              <a:ext uri="{FF2B5EF4-FFF2-40B4-BE49-F238E27FC236}">
                <a16:creationId xmlns:a16="http://schemas.microsoft.com/office/drawing/2014/main" id="{839662FC-F118-0F5E-5D08-D342E7A1EC2B}"/>
              </a:ext>
            </a:extLst>
          </p:cNvPr>
          <p:cNvSpPr/>
          <p:nvPr/>
        </p:nvSpPr>
        <p:spPr>
          <a:xfrm>
            <a:off x="9336895" y="5171806"/>
            <a:ext cx="466165" cy="439712"/>
          </a:xfrm>
          <a:prstGeom prst="rightArrow">
            <a:avLst>
              <a:gd name="adj1" fmla="val 50000"/>
              <a:gd name="adj2" fmla="val 316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5" name="Elemento grafico 144" descr="Grafico a barre con riempimento a tinta unita">
            <a:extLst>
              <a:ext uri="{FF2B5EF4-FFF2-40B4-BE49-F238E27FC236}">
                <a16:creationId xmlns:a16="http://schemas.microsoft.com/office/drawing/2014/main" id="{EB141D9B-FD21-1132-DFFC-62DC1363C1F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049400" y="4808414"/>
            <a:ext cx="701596" cy="701596"/>
          </a:xfrm>
          <a:prstGeom prst="rect">
            <a:avLst/>
          </a:prstGeom>
        </p:spPr>
      </p:pic>
      <p:pic>
        <p:nvPicPr>
          <p:cNvPr id="147" name="Elemento grafico 146" descr="Portatile con riempimento a tinta unita">
            <a:extLst>
              <a:ext uri="{FF2B5EF4-FFF2-40B4-BE49-F238E27FC236}">
                <a16:creationId xmlns:a16="http://schemas.microsoft.com/office/drawing/2014/main" id="{92B551B4-29AF-9905-5159-84CAAD5BD837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002433" y="54045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16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71</Words>
  <Application>Microsoft Macintosh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Luisa Mimmi</dc:creator>
  <cp:lastModifiedBy>Luisa Mimmi</cp:lastModifiedBy>
  <cp:revision>6</cp:revision>
  <dcterms:created xsi:type="dcterms:W3CDTF">2026-09-03T13:55:26Z</dcterms:created>
  <dcterms:modified xsi:type="dcterms:W3CDTF">2026-09-03T14:45:24Z</dcterms:modified>
</cp:coreProperties>
</file>